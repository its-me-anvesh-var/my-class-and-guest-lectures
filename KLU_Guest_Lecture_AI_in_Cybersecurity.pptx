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warmly: MS Cybersecurity from UNCC, MTech AI from UoH, research at IDRBT (RBI's cybersecurity institute). Mention this lecture bridges your two core domains.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on-screen for 60 seconds. Ask students: 'How many of you have heard of AI being used for hacking?' — gauge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analogy: 'If your bank loses ₹1 crore to a cyberattack, that's your money.' Make it personal.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'What happens when the attacker also has GPT?' Pause for 30s. Let it sink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box slowly. Ask: 'Where do you think most false positives happen?' (answer: step 3-4).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Tactic → Technique → Sub-technique hierarchy on the board. Point to your own IDRBT research experience mapping APT TTPs for BFSI sector.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research differentiator — mention your MTech AI work touched adversarial ML for BFSI. Watch students light up when they realize AI itself can be hacked.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as a linear chain on the whiteboard alongside the slide. Ask students to identify where AI could detect the attack at each stage. Very interactive.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high energy: 'You are sitting in the most future-proof department in India right now.' Ask if anyone wants to know about specific roles or certs.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Cybersecurity: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Threats, Defenses &amp; the Future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743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Fundamental Lecture | B.Tech / M.Tech CSE / AI &amp; ML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Anvesh Raju Vishwaraju  |  M.S. Cybersecurity (UNCC)  |  M.Tech AI (UoH)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Why Cybersecurity Matters Today — Scale &amp; Stakes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How AI Changes the Threat Landscape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AI-Powered Defense: Machine Learning in SOCs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The MITRE ATT&amp;CK Framework — Mapping Attacks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Adversarial ML — When AI Attacks AI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Real-World Case Study — APT Attack Lifecycle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Career Pathways &amp; Key Takeaways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| Why Cybersecurity Matters Today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 costs projected to hit $10.5 trillion annually by 2025 (Cybersecurity Ventures)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data breach cost: $4.45 million (IBM Cost of Data Breach Report 2023)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sector is the #1 targeted industry — banks, payment gateways, stock exchanges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ranks among Top 5 globally for cyberattack incidents (CERT-In Annual Report)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of 3.5 million cybersecurity professionals worldwide — YOU are in demand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digital system is an attack surface: mobile apps, cloud APIs, IoT, AI models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| How AI Changes the Threat Landscape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931920" cy="3794760"/>
          </a:xfrm>
          <a:prstGeom prst="rect">
            <a:avLst/>
          </a:prstGeom>
          <a:solidFill>
            <a:srgbClr val="E8F4F2"/>
          </a:solidFill>
          <a:ln w="12700">
            <a:solidFill>
              <a:srgbClr val="D0E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Traditional Attacks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crafted manually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malware signatures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password guessing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attack patterns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propagation speed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by signature-based AV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92040" y="1005840"/>
            <a:ext cx="3931920" cy="3794760"/>
          </a:xfrm>
          <a:prstGeom prst="rect">
            <a:avLst/>
          </a:prstGeom>
          <a:solidFill>
            <a:srgbClr val="E8F4F2"/>
          </a:solidFill>
          <a:ln w="12700">
            <a:solidFill>
              <a:srgbClr val="D0E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AI-Powered Attacks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4920" y="164592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spear-phishing at scale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 &amp; fileless malware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 via ML models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evasion — learns from detection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zero-day discovery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ML-based defenses (adversarial inputs)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| How ML Powers Modern SOC Defense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7160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NetFlow, Endpoint telemetry fed into SIEM (Splunk, QRadar)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57400" y="265176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371600"/>
            <a:ext cx="1371600" cy="2560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8600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24688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Time-series, frequency, entropy features from raw events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0" y="265176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86200" y="1371600"/>
            <a:ext cx="137160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8620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24688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Forest, Random Forest, LSTM for anomaly detection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57800" y="265176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1371600"/>
            <a:ext cx="1371600" cy="2560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24688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alerts escalated; false positives suppressed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265176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86600" y="1371600"/>
            <a:ext cx="137160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8660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24688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playbook auto-contains threat; analyst reviews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| MITRE ATT&amp;CK Framework — Think Like an Attacker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= a globally-accessible knowledge base of adversary tactics, techniques, and procedures (TTPs)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Tactics: Reconnaissance → Initial Access → Execution → Persistence → Privilege Escalation → Defense Evasion → ... → Exfiltration → Impact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400+ documented techniques used by real APT groups (APT28, Lazarus Group, etc.)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defenders: Map your detections to ATT&amp;CK → find gaps → write better Sigma/YARA rules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T1566.001 — Spearphishing Attachment → detected via email gateway + attachment sandbox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use: SOC analysts tag every alert with ATT&amp;CK TTP — feeds into threat intelligence products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| Adversarial ML — When AI Attacks 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931920" cy="3794760"/>
          </a:xfrm>
          <a:prstGeom prst="rect">
            <a:avLst/>
          </a:prstGeom>
          <a:solidFill>
            <a:srgbClr val="E8F4F2"/>
          </a:solidFill>
          <a:ln w="12700">
            <a:solidFill>
              <a:srgbClr val="D0E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Attack Types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 Attacks: modify input to fool classifier (e.g., perturb malware bytes to bypass ML AV)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Poisoning Attacks: corrupt training data to degrade model accuracy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Extraction: query model repeatedly to steal its logic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Attacks: deduce private training data from model outputs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92040" y="1005840"/>
            <a:ext cx="3931920" cy="3794760"/>
          </a:xfrm>
          <a:prstGeom prst="rect">
            <a:avLst/>
          </a:prstGeom>
          <a:solidFill>
            <a:srgbClr val="E8F4F2"/>
          </a:solidFill>
          <a:ln w="12700">
            <a:solidFill>
              <a:srgbClr val="D0E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Defenses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4920" y="164592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Training: include adversarial examples in training set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Sanitization before model inference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Models: harder to fool multiple diverse classifiers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Privacy: limit data memorization in model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model drift &amp; prediction confidence shifts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| Case Study — APT Attack on a Bank (Real Pattern)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Reconnaissance: Attacker scrapes LinkedIn for bank employees; identifies IT admin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Initial Access: Spearphishing email with malicious Word macro (T1566.001)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Execution &amp; Persistence: PowerShell drops fileless malware; scheduled task created (T1053)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Lateral Movement: Pass-the-Hash to move across internal network (T1550.002)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— Exfiltration: Data staged in encrypted archive; exfiltrated via HTTPS to C2 server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Opportunity: ML flags anomalous PowerShell → SIEM alert → SOC analyst contains within 2 hrs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Each stage mapped to MITRE ATT&amp;CK; each is a detection checkpoint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| Career Pathways in AI + Cybersecurity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 / Detection Engineer — write detection rules; triage alerts; hunt threats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Analyst — track APT groups; publish intelligence reports; feed CTI platforms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Tester / Red Teamer — ethically break systems; report findings; harden defenses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Researcher — develop adversarial ML defenses; publish papers; consult enterprises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Engineer — secure AWS/Azure/GCP deployments; IAM, CSPM, CNAPP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to target: Security+, CEH, OSCP, eCPPTv2, Google PCSM, CISSP (senior)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opportunity: CERT-In, NCIIPC, RBI (via IDRBT), SEBI, banks, Big 4 advisory, product startups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is no longer just firewalls — it's an AI battleground.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detects threats at scale, faster than any human team.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ML means our AI defenses can also be attacked — defense must evolve.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 of the future will be AI-augmented, not AI-replaced.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CS/AI student today is a future defender — skills matter.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Cybersecurity – Demo Lecture</dc:title>
  <dc:subject>PptxGenJS Presentation</dc:subject>
  <dc:creator>Anvesh Raju Vishwaraju</dc:creator>
  <cp:lastModifiedBy>Anvesh Raju Vishwaraju</cp:lastModifiedBy>
  <cp:revision>1</cp:revision>
  <dcterms:created xsi:type="dcterms:W3CDTF">2026-04-24T05:18:05Z</dcterms:created>
  <dcterms:modified xsi:type="dcterms:W3CDTF">2026-04-24T05:18:05Z</dcterms:modified>
</cp:coreProperties>
</file>